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Types of Hotels.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Customer Expectations.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The Guest Journey.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Professional Behaviour.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Departments.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Teamwork.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Role Play.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Matching Exercise.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Scenario Analysis.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Housekeeping Inspection.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Reception Simulation.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Complaint Handling.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Word Search.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Crossword.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1.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2.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3.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4.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5.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6.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7.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Knowledge check 8.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What Is Hospitality?.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History of Hospitality.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Hospitality Sectors.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this slide to reinforce Hotel Classifications. Keep the exchange practical and invite examples from reception, housekeeping, F&amp;B, concierge,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5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6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8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9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0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1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2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3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4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5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6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8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9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1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2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4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1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3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5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6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8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9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0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1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2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3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4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5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6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8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9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0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1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3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4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5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6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8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9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0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1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2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3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4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5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6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8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9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0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1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2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3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4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5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UpskillPro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8638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"/>
              </a:rPr>
              <a:t>Hospitality Management &amp; Guest Service Excellence Diploma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D8E4E7"/>
                </a:solidFill>
                <a:latin typeface="Aptos"/>
              </a:rPr>
              <a:t>Instructor-led training for hotels, restaurants, resorts, and hospitality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749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8B2F"/>
                </a:solidFill>
                <a:latin typeface="Aptos"/>
              </a:rPr>
              <a:t>320-slide commercial delivery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Academy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Hospitality Management &amp; Guest Service Excellence Diploma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Front Office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Housekeeping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Food &amp; Beverage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Hotel Supervisory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Hospitality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Complaint Handling &amp; Service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Module 1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Define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Explain sectors and hotel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Map the guest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Demonstrate professional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Apply teamwork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Delivery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Teach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Practise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Reflect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Transfer to workplace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099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 sales, revenue, and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presentation standards.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cared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catering, and destination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Types of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Business, boutique, resort, airport, extended-stay, budget, luxury, conference, and lifestyle hotels.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Customer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Guests expect accuracy, cleanliness, personal recognition, speed, empathy, and recovery when things go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The Guest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Discovery, booking, arrival, stay, service moments, departure, review, and loyalty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Professional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Appearance, language, ownership, discretion, punctuality, and calm conduct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Front office, housekeeping, food and beverage, concierge, maintenance, security,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Strong service relies on handovers, shared standards, escalation habits, and respect between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Role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guest arrives early after a long flight. Practise greeting, empathy, options, and expectation-setting.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Matching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Match departments to responsibilities: front office, concierge, housekeeping, F&amp;B, maintenance,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A room is not ready, the guest is upset, and a VIP arrival is due in 20 minutes. Decide the service recovery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Housekeeping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Inspect a mock room against cleanliness, safety, amenities, maintenance, and 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Reception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Complete a check-in conversation using confirmation questions, payment language, and local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Complaint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Use Listen, Empathise, Apologise, Resolve, Notify to respond to three common complaints.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Word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Find: concierge, arrival, amenities, reservation, empathy, housekeeping, occupancy, escalation.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Crossword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Clues include: department managing rooms inventory, person supporting local recommendations, process after departure.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Which statement best describes hospitality?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four stages of the guest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does service recovery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Give two examples of professional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Why are handovers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What should staff do before promising a solution?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Knowledge check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Name three hotel departments.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02F3A"/>
                </a:solidFill>
                <a:latin typeface="Aptos"/>
              </a:rPr>
              <a:t>Knowledge check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What is one risk of poor teamwork?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5544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8B2F"/>
                </a:solidFill>
                <a:latin typeface="Aptos"/>
              </a:rPr>
              <a:t>Trainer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2011680"/>
            <a:ext cx="4389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01820"/>
                </a:solidFill>
                <a:latin typeface="Aptos"/>
              </a:rPr>
              <a:t>Ask learners to connect this point to a live guest moment from their own department.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What Is Hospitality?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guest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B98B2F"/>
                </a:solidFill>
                <a:latin typeface="Aptos"/>
              </a:rPr>
              <a:t>What the team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B7A75"/>
                </a:solidFill>
                <a:latin typeface="Aptos"/>
              </a:rPr>
              <a:t>What the manager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19" y="2514600"/>
            <a:ext cx="2788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01820"/>
                </a:solidFill>
                <a:latin typeface="Aptos"/>
              </a:rPr>
              <a:t>Hospitality is the professional practice of making people feel expected, respected, safe, and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History of Hospitality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8595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01820"/>
                </a:solidFill>
                <a:latin typeface="Aptos"/>
              </a:rPr>
              <a:t>From inns and trade routes to luxury hotel brands, hospitality has always balanced welcome, shelter, food,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7A75"/>
                </a:solidFill>
                <a:latin typeface="Aptos"/>
              </a:rPr>
              <a:t>Decision: What should happen in the next 90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Hospitality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88366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02F3A"/>
                </a:solidFill>
                <a:latin typeface="Apto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06040"/>
            <a:ext cx="2240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01820"/>
                </a:solidFill>
                <a:latin typeface="Aptos"/>
              </a:rPr>
              <a:t>Hotels, restaurants, resorts, serviced apartments, events, cruise, contract 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319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98B2F"/>
                </a:solidFill>
                <a:latin typeface="Aptos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02F3A"/>
                </a:solidFill>
                <a:latin typeface="Aptos"/>
              </a:rPr>
              <a:t>Hotel Classifications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8686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01820"/>
                </a:solidFill>
                <a:latin typeface="Aptos"/>
              </a:rPr>
              <a:t>Classification communicates expected standards, facilities, consistency, and service promise.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B7A75"/>
                </a:solidFill>
                <a:latin typeface="Aptos"/>
              </a:rPr>
              <a:t>Pause - discuss - debrief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2707D"/>
                </a:solidFill>
                <a:latin typeface="Aptos"/>
              </a:rPr>
              <a:t>UpskillPro Hospitality Academy | 320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